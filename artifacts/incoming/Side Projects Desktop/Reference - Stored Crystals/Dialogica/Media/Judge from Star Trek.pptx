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72"/>
    <p:restoredTop sz="94661"/>
  </p:normalViewPr>
  <p:slideViewPr>
    <p:cSldViewPr snapToGrid="0">
      <p:cViewPr varScale="1">
        <p:scale>
          <a:sx n="100" d="100"/>
          <a:sy n="100" d="100"/>
        </p:scale>
        <p:origin x="960"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504FD-124F-FC51-7ACE-35DB78913F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EBF388-319F-F5F6-A6B2-F92B057D48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5B97A46-BAB5-8C3A-00BB-25B3E54FAB5D}"/>
              </a:ext>
            </a:extLst>
          </p:cNvPr>
          <p:cNvSpPr>
            <a:spLocks noGrp="1"/>
          </p:cNvSpPr>
          <p:nvPr>
            <p:ph type="dt" sz="half" idx="10"/>
          </p:nvPr>
        </p:nvSpPr>
        <p:spPr/>
        <p:txBody>
          <a:bodyPr/>
          <a:lstStyle/>
          <a:p>
            <a:fld id="{3A2961FE-0465-B744-BA93-7721C36DF5FB}" type="datetimeFigureOut">
              <a:rPr lang="en-US" smtClean="0"/>
              <a:t>4/27/25</a:t>
            </a:fld>
            <a:endParaRPr lang="en-US"/>
          </a:p>
        </p:txBody>
      </p:sp>
      <p:sp>
        <p:nvSpPr>
          <p:cNvPr id="5" name="Footer Placeholder 4">
            <a:extLst>
              <a:ext uri="{FF2B5EF4-FFF2-40B4-BE49-F238E27FC236}">
                <a16:creationId xmlns:a16="http://schemas.microsoft.com/office/drawing/2014/main" id="{1AF5F2FD-EB66-5FE8-FBB2-CDAE4EC787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AB6891-6B42-86C6-C059-267C272CC099}"/>
              </a:ext>
            </a:extLst>
          </p:cNvPr>
          <p:cNvSpPr>
            <a:spLocks noGrp="1"/>
          </p:cNvSpPr>
          <p:nvPr>
            <p:ph type="sldNum" sz="quarter" idx="12"/>
          </p:nvPr>
        </p:nvSpPr>
        <p:spPr/>
        <p:txBody>
          <a:bodyPr/>
          <a:lstStyle/>
          <a:p>
            <a:fld id="{FC47297C-BA23-E94B-928A-5A4D944D3E71}" type="slidenum">
              <a:rPr lang="en-US" smtClean="0"/>
              <a:t>‹#›</a:t>
            </a:fld>
            <a:endParaRPr lang="en-US"/>
          </a:p>
        </p:txBody>
      </p:sp>
    </p:spTree>
    <p:extLst>
      <p:ext uri="{BB962C8B-B14F-4D97-AF65-F5344CB8AC3E}">
        <p14:creationId xmlns:p14="http://schemas.microsoft.com/office/powerpoint/2010/main" val="3496491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4ABB9-4740-E4AC-58D7-D16292393B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1EB46D-ECC1-180F-1882-DFE488849D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C5F97-F1B8-7A4C-01C3-BB52A6FBA9BA}"/>
              </a:ext>
            </a:extLst>
          </p:cNvPr>
          <p:cNvSpPr>
            <a:spLocks noGrp="1"/>
          </p:cNvSpPr>
          <p:nvPr>
            <p:ph type="dt" sz="half" idx="10"/>
          </p:nvPr>
        </p:nvSpPr>
        <p:spPr/>
        <p:txBody>
          <a:bodyPr/>
          <a:lstStyle/>
          <a:p>
            <a:fld id="{3A2961FE-0465-B744-BA93-7721C36DF5FB}" type="datetimeFigureOut">
              <a:rPr lang="en-US" smtClean="0"/>
              <a:t>4/27/25</a:t>
            </a:fld>
            <a:endParaRPr lang="en-US"/>
          </a:p>
        </p:txBody>
      </p:sp>
      <p:sp>
        <p:nvSpPr>
          <p:cNvPr id="5" name="Footer Placeholder 4">
            <a:extLst>
              <a:ext uri="{FF2B5EF4-FFF2-40B4-BE49-F238E27FC236}">
                <a16:creationId xmlns:a16="http://schemas.microsoft.com/office/drawing/2014/main" id="{468BFA68-5E24-53BC-266A-6DB2E9D21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5CD6F0-4FB2-22DF-ECA2-7072E64CBAE6}"/>
              </a:ext>
            </a:extLst>
          </p:cNvPr>
          <p:cNvSpPr>
            <a:spLocks noGrp="1"/>
          </p:cNvSpPr>
          <p:nvPr>
            <p:ph type="sldNum" sz="quarter" idx="12"/>
          </p:nvPr>
        </p:nvSpPr>
        <p:spPr/>
        <p:txBody>
          <a:bodyPr/>
          <a:lstStyle/>
          <a:p>
            <a:fld id="{FC47297C-BA23-E94B-928A-5A4D944D3E71}" type="slidenum">
              <a:rPr lang="en-US" smtClean="0"/>
              <a:t>‹#›</a:t>
            </a:fld>
            <a:endParaRPr lang="en-US"/>
          </a:p>
        </p:txBody>
      </p:sp>
    </p:spTree>
    <p:extLst>
      <p:ext uri="{BB962C8B-B14F-4D97-AF65-F5344CB8AC3E}">
        <p14:creationId xmlns:p14="http://schemas.microsoft.com/office/powerpoint/2010/main" val="3592737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99B6C-1ECA-FA71-10AA-E9CCD12D64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440545-28BB-B07E-6D17-16B907C4E51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E5F4F2-0B3B-C499-9F87-9816D175EBD9}"/>
              </a:ext>
            </a:extLst>
          </p:cNvPr>
          <p:cNvSpPr>
            <a:spLocks noGrp="1"/>
          </p:cNvSpPr>
          <p:nvPr>
            <p:ph type="dt" sz="half" idx="10"/>
          </p:nvPr>
        </p:nvSpPr>
        <p:spPr/>
        <p:txBody>
          <a:bodyPr/>
          <a:lstStyle/>
          <a:p>
            <a:fld id="{3A2961FE-0465-B744-BA93-7721C36DF5FB}" type="datetimeFigureOut">
              <a:rPr lang="en-US" smtClean="0"/>
              <a:t>4/27/25</a:t>
            </a:fld>
            <a:endParaRPr lang="en-US"/>
          </a:p>
        </p:txBody>
      </p:sp>
      <p:sp>
        <p:nvSpPr>
          <p:cNvPr id="5" name="Footer Placeholder 4">
            <a:extLst>
              <a:ext uri="{FF2B5EF4-FFF2-40B4-BE49-F238E27FC236}">
                <a16:creationId xmlns:a16="http://schemas.microsoft.com/office/drawing/2014/main" id="{EB9A2670-1CDE-BD0E-299B-779705A757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C8B542-282D-C7A8-2D1A-8E4B030529B1}"/>
              </a:ext>
            </a:extLst>
          </p:cNvPr>
          <p:cNvSpPr>
            <a:spLocks noGrp="1"/>
          </p:cNvSpPr>
          <p:nvPr>
            <p:ph type="sldNum" sz="quarter" idx="12"/>
          </p:nvPr>
        </p:nvSpPr>
        <p:spPr/>
        <p:txBody>
          <a:bodyPr/>
          <a:lstStyle/>
          <a:p>
            <a:fld id="{FC47297C-BA23-E94B-928A-5A4D944D3E71}" type="slidenum">
              <a:rPr lang="en-US" smtClean="0"/>
              <a:t>‹#›</a:t>
            </a:fld>
            <a:endParaRPr lang="en-US"/>
          </a:p>
        </p:txBody>
      </p:sp>
    </p:spTree>
    <p:extLst>
      <p:ext uri="{BB962C8B-B14F-4D97-AF65-F5344CB8AC3E}">
        <p14:creationId xmlns:p14="http://schemas.microsoft.com/office/powerpoint/2010/main" val="1485669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D89A-7ACD-176B-E4AE-A3DEE433C0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18F56F-C2B1-3B89-2997-AAFE50D88F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4FBC01-2B42-DCD6-28EB-601A7E8D82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E4B9DE-58BE-C82D-659D-49B1EB6CB874}"/>
              </a:ext>
            </a:extLst>
          </p:cNvPr>
          <p:cNvSpPr>
            <a:spLocks noGrp="1"/>
          </p:cNvSpPr>
          <p:nvPr>
            <p:ph type="dt" sz="half" idx="10"/>
          </p:nvPr>
        </p:nvSpPr>
        <p:spPr/>
        <p:txBody>
          <a:bodyPr/>
          <a:lstStyle/>
          <a:p>
            <a:fld id="{3A2961FE-0465-B744-BA93-7721C36DF5FB}" type="datetimeFigureOut">
              <a:rPr lang="en-US" smtClean="0"/>
              <a:t>4/27/25</a:t>
            </a:fld>
            <a:endParaRPr lang="en-US"/>
          </a:p>
        </p:txBody>
      </p:sp>
      <p:sp>
        <p:nvSpPr>
          <p:cNvPr id="6" name="Footer Placeholder 5">
            <a:extLst>
              <a:ext uri="{FF2B5EF4-FFF2-40B4-BE49-F238E27FC236}">
                <a16:creationId xmlns:a16="http://schemas.microsoft.com/office/drawing/2014/main" id="{800324FD-5A4E-B078-C3B8-739BB0FFF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EB5713-B8CC-CAA5-9C03-41EFFEFF80D3}"/>
              </a:ext>
            </a:extLst>
          </p:cNvPr>
          <p:cNvSpPr>
            <a:spLocks noGrp="1"/>
          </p:cNvSpPr>
          <p:nvPr>
            <p:ph type="sldNum" sz="quarter" idx="12"/>
          </p:nvPr>
        </p:nvSpPr>
        <p:spPr/>
        <p:txBody>
          <a:bodyPr/>
          <a:lstStyle/>
          <a:p>
            <a:fld id="{FC47297C-BA23-E94B-928A-5A4D944D3E71}" type="slidenum">
              <a:rPr lang="en-US" smtClean="0"/>
              <a:t>‹#›</a:t>
            </a:fld>
            <a:endParaRPr lang="en-US"/>
          </a:p>
        </p:txBody>
      </p:sp>
    </p:spTree>
    <p:extLst>
      <p:ext uri="{BB962C8B-B14F-4D97-AF65-F5344CB8AC3E}">
        <p14:creationId xmlns:p14="http://schemas.microsoft.com/office/powerpoint/2010/main" val="4048112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3E96E-0E7A-5AF4-E984-E013F363CD4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58F0A6-E545-6BDC-B0C0-4366BBD2D0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3584D5-3CAD-18B5-20AC-EECBF4CE24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60091C-C314-5F4B-B965-268A68FCAF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6D20CA-4B0A-C580-E556-8AF70784A2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F7FC9F-8966-E5C7-D33F-555D6D168783}"/>
              </a:ext>
            </a:extLst>
          </p:cNvPr>
          <p:cNvSpPr>
            <a:spLocks noGrp="1"/>
          </p:cNvSpPr>
          <p:nvPr>
            <p:ph type="dt" sz="half" idx="10"/>
          </p:nvPr>
        </p:nvSpPr>
        <p:spPr/>
        <p:txBody>
          <a:bodyPr/>
          <a:lstStyle/>
          <a:p>
            <a:fld id="{3A2961FE-0465-B744-BA93-7721C36DF5FB}" type="datetimeFigureOut">
              <a:rPr lang="en-US" smtClean="0"/>
              <a:t>4/27/25</a:t>
            </a:fld>
            <a:endParaRPr lang="en-US"/>
          </a:p>
        </p:txBody>
      </p:sp>
      <p:sp>
        <p:nvSpPr>
          <p:cNvPr id="8" name="Footer Placeholder 7">
            <a:extLst>
              <a:ext uri="{FF2B5EF4-FFF2-40B4-BE49-F238E27FC236}">
                <a16:creationId xmlns:a16="http://schemas.microsoft.com/office/drawing/2014/main" id="{465EC6AB-F448-3AEC-FE65-54A7646A94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676924-4850-DB6E-1913-2E4EA66AE4C8}"/>
              </a:ext>
            </a:extLst>
          </p:cNvPr>
          <p:cNvSpPr>
            <a:spLocks noGrp="1"/>
          </p:cNvSpPr>
          <p:nvPr>
            <p:ph type="sldNum" sz="quarter" idx="12"/>
          </p:nvPr>
        </p:nvSpPr>
        <p:spPr/>
        <p:txBody>
          <a:bodyPr/>
          <a:lstStyle/>
          <a:p>
            <a:fld id="{FC47297C-BA23-E94B-928A-5A4D944D3E71}" type="slidenum">
              <a:rPr lang="en-US" smtClean="0"/>
              <a:t>‹#›</a:t>
            </a:fld>
            <a:endParaRPr lang="en-US"/>
          </a:p>
        </p:txBody>
      </p:sp>
    </p:spTree>
    <p:extLst>
      <p:ext uri="{BB962C8B-B14F-4D97-AF65-F5344CB8AC3E}">
        <p14:creationId xmlns:p14="http://schemas.microsoft.com/office/powerpoint/2010/main" val="3218268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83A5C-5AAF-C6DF-DB88-DECD51A85D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F1F0D3-C2AC-1BA2-6FB5-6727B266D40B}"/>
              </a:ext>
            </a:extLst>
          </p:cNvPr>
          <p:cNvSpPr>
            <a:spLocks noGrp="1"/>
          </p:cNvSpPr>
          <p:nvPr>
            <p:ph type="dt" sz="half" idx="10"/>
          </p:nvPr>
        </p:nvSpPr>
        <p:spPr/>
        <p:txBody>
          <a:bodyPr/>
          <a:lstStyle/>
          <a:p>
            <a:fld id="{3A2961FE-0465-B744-BA93-7721C36DF5FB}" type="datetimeFigureOut">
              <a:rPr lang="en-US" smtClean="0"/>
              <a:t>4/27/25</a:t>
            </a:fld>
            <a:endParaRPr lang="en-US"/>
          </a:p>
        </p:txBody>
      </p:sp>
      <p:sp>
        <p:nvSpPr>
          <p:cNvPr id="4" name="Footer Placeholder 3">
            <a:extLst>
              <a:ext uri="{FF2B5EF4-FFF2-40B4-BE49-F238E27FC236}">
                <a16:creationId xmlns:a16="http://schemas.microsoft.com/office/drawing/2014/main" id="{089B62B5-E888-5D6F-2A0A-430DE3D624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D99FC1-B192-E9D5-C129-1F6CABCCEF80}"/>
              </a:ext>
            </a:extLst>
          </p:cNvPr>
          <p:cNvSpPr>
            <a:spLocks noGrp="1"/>
          </p:cNvSpPr>
          <p:nvPr>
            <p:ph type="sldNum" sz="quarter" idx="12"/>
          </p:nvPr>
        </p:nvSpPr>
        <p:spPr/>
        <p:txBody>
          <a:bodyPr/>
          <a:lstStyle/>
          <a:p>
            <a:fld id="{FC47297C-BA23-E94B-928A-5A4D944D3E71}" type="slidenum">
              <a:rPr lang="en-US" smtClean="0"/>
              <a:t>‹#›</a:t>
            </a:fld>
            <a:endParaRPr lang="en-US"/>
          </a:p>
        </p:txBody>
      </p:sp>
    </p:spTree>
    <p:extLst>
      <p:ext uri="{BB962C8B-B14F-4D97-AF65-F5344CB8AC3E}">
        <p14:creationId xmlns:p14="http://schemas.microsoft.com/office/powerpoint/2010/main" val="3310790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464A0B-AAC5-58E7-97F7-25EA003619E5}"/>
              </a:ext>
            </a:extLst>
          </p:cNvPr>
          <p:cNvSpPr>
            <a:spLocks noGrp="1"/>
          </p:cNvSpPr>
          <p:nvPr>
            <p:ph type="dt" sz="half" idx="10"/>
          </p:nvPr>
        </p:nvSpPr>
        <p:spPr/>
        <p:txBody>
          <a:bodyPr/>
          <a:lstStyle/>
          <a:p>
            <a:fld id="{3A2961FE-0465-B744-BA93-7721C36DF5FB}" type="datetimeFigureOut">
              <a:rPr lang="en-US" smtClean="0"/>
              <a:t>4/27/25</a:t>
            </a:fld>
            <a:endParaRPr lang="en-US"/>
          </a:p>
        </p:txBody>
      </p:sp>
      <p:sp>
        <p:nvSpPr>
          <p:cNvPr id="3" name="Footer Placeholder 2">
            <a:extLst>
              <a:ext uri="{FF2B5EF4-FFF2-40B4-BE49-F238E27FC236}">
                <a16:creationId xmlns:a16="http://schemas.microsoft.com/office/drawing/2014/main" id="{5217A326-7873-CDDD-BA66-535FDFEE3B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A21A3A-1657-BF9C-018A-8DAC537B7C73}"/>
              </a:ext>
            </a:extLst>
          </p:cNvPr>
          <p:cNvSpPr>
            <a:spLocks noGrp="1"/>
          </p:cNvSpPr>
          <p:nvPr>
            <p:ph type="sldNum" sz="quarter" idx="12"/>
          </p:nvPr>
        </p:nvSpPr>
        <p:spPr/>
        <p:txBody>
          <a:bodyPr/>
          <a:lstStyle/>
          <a:p>
            <a:fld id="{FC47297C-BA23-E94B-928A-5A4D944D3E71}" type="slidenum">
              <a:rPr lang="en-US" smtClean="0"/>
              <a:t>‹#›</a:t>
            </a:fld>
            <a:endParaRPr lang="en-US"/>
          </a:p>
        </p:txBody>
      </p:sp>
    </p:spTree>
    <p:extLst>
      <p:ext uri="{BB962C8B-B14F-4D97-AF65-F5344CB8AC3E}">
        <p14:creationId xmlns:p14="http://schemas.microsoft.com/office/powerpoint/2010/main" val="750610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6DF95-5BC8-75E7-2D30-BEFC53A34E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0E3217-60DE-1C97-CD34-FDDCD3DAA7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CEC8B7-2947-B4CD-320A-90DE1A3753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511296-93BE-7615-E6E9-10B1EFA5DBE4}"/>
              </a:ext>
            </a:extLst>
          </p:cNvPr>
          <p:cNvSpPr>
            <a:spLocks noGrp="1"/>
          </p:cNvSpPr>
          <p:nvPr>
            <p:ph type="dt" sz="half" idx="10"/>
          </p:nvPr>
        </p:nvSpPr>
        <p:spPr/>
        <p:txBody>
          <a:bodyPr/>
          <a:lstStyle/>
          <a:p>
            <a:fld id="{3A2961FE-0465-B744-BA93-7721C36DF5FB}" type="datetimeFigureOut">
              <a:rPr lang="en-US" smtClean="0"/>
              <a:t>4/27/25</a:t>
            </a:fld>
            <a:endParaRPr lang="en-US"/>
          </a:p>
        </p:txBody>
      </p:sp>
      <p:sp>
        <p:nvSpPr>
          <p:cNvPr id="6" name="Footer Placeholder 5">
            <a:extLst>
              <a:ext uri="{FF2B5EF4-FFF2-40B4-BE49-F238E27FC236}">
                <a16:creationId xmlns:a16="http://schemas.microsoft.com/office/drawing/2014/main" id="{C52355F6-09C4-DCB7-CC87-B74C67365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A37072-EE03-6763-8C44-EBA5442E0684}"/>
              </a:ext>
            </a:extLst>
          </p:cNvPr>
          <p:cNvSpPr>
            <a:spLocks noGrp="1"/>
          </p:cNvSpPr>
          <p:nvPr>
            <p:ph type="sldNum" sz="quarter" idx="12"/>
          </p:nvPr>
        </p:nvSpPr>
        <p:spPr/>
        <p:txBody>
          <a:bodyPr/>
          <a:lstStyle/>
          <a:p>
            <a:fld id="{FC47297C-BA23-E94B-928A-5A4D944D3E71}" type="slidenum">
              <a:rPr lang="en-US" smtClean="0"/>
              <a:t>‹#›</a:t>
            </a:fld>
            <a:endParaRPr lang="en-US"/>
          </a:p>
        </p:txBody>
      </p:sp>
    </p:spTree>
    <p:extLst>
      <p:ext uri="{BB962C8B-B14F-4D97-AF65-F5344CB8AC3E}">
        <p14:creationId xmlns:p14="http://schemas.microsoft.com/office/powerpoint/2010/main" val="921649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C2CA1-F9C5-180F-1A6B-83FFF25DC8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89C4A7-2A1F-2A7C-C58B-8460A8564C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1A284F-D9F1-FE2E-4F9E-E0DD8F1A89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287067-702E-7E52-062D-029B8B19DEB2}"/>
              </a:ext>
            </a:extLst>
          </p:cNvPr>
          <p:cNvSpPr>
            <a:spLocks noGrp="1"/>
          </p:cNvSpPr>
          <p:nvPr>
            <p:ph type="dt" sz="half" idx="10"/>
          </p:nvPr>
        </p:nvSpPr>
        <p:spPr/>
        <p:txBody>
          <a:bodyPr/>
          <a:lstStyle/>
          <a:p>
            <a:fld id="{3A2961FE-0465-B744-BA93-7721C36DF5FB}" type="datetimeFigureOut">
              <a:rPr lang="en-US" smtClean="0"/>
              <a:t>4/27/25</a:t>
            </a:fld>
            <a:endParaRPr lang="en-US"/>
          </a:p>
        </p:txBody>
      </p:sp>
      <p:sp>
        <p:nvSpPr>
          <p:cNvPr id="6" name="Footer Placeholder 5">
            <a:extLst>
              <a:ext uri="{FF2B5EF4-FFF2-40B4-BE49-F238E27FC236}">
                <a16:creationId xmlns:a16="http://schemas.microsoft.com/office/drawing/2014/main" id="{BE863A0E-2468-3044-195D-70BCA320DE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D7FA0E-537D-9FB3-4642-498BE9CA1086}"/>
              </a:ext>
            </a:extLst>
          </p:cNvPr>
          <p:cNvSpPr>
            <a:spLocks noGrp="1"/>
          </p:cNvSpPr>
          <p:nvPr>
            <p:ph type="sldNum" sz="quarter" idx="12"/>
          </p:nvPr>
        </p:nvSpPr>
        <p:spPr/>
        <p:txBody>
          <a:bodyPr/>
          <a:lstStyle/>
          <a:p>
            <a:fld id="{FC47297C-BA23-E94B-928A-5A4D944D3E71}" type="slidenum">
              <a:rPr lang="en-US" smtClean="0"/>
              <a:t>‹#›</a:t>
            </a:fld>
            <a:endParaRPr lang="en-US"/>
          </a:p>
        </p:txBody>
      </p:sp>
    </p:spTree>
    <p:extLst>
      <p:ext uri="{BB962C8B-B14F-4D97-AF65-F5344CB8AC3E}">
        <p14:creationId xmlns:p14="http://schemas.microsoft.com/office/powerpoint/2010/main" val="3104218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9A563-8674-262D-9B8C-02BC530D63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8238D6-41E6-8406-A262-E3E28E3191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1B868B-8A90-25CA-9810-41C81671A1E9}"/>
              </a:ext>
            </a:extLst>
          </p:cNvPr>
          <p:cNvSpPr>
            <a:spLocks noGrp="1"/>
          </p:cNvSpPr>
          <p:nvPr>
            <p:ph type="dt" sz="half" idx="10"/>
          </p:nvPr>
        </p:nvSpPr>
        <p:spPr/>
        <p:txBody>
          <a:bodyPr/>
          <a:lstStyle/>
          <a:p>
            <a:fld id="{3A2961FE-0465-B744-BA93-7721C36DF5FB}" type="datetimeFigureOut">
              <a:rPr lang="en-US" smtClean="0"/>
              <a:t>4/27/25</a:t>
            </a:fld>
            <a:endParaRPr lang="en-US"/>
          </a:p>
        </p:txBody>
      </p:sp>
      <p:sp>
        <p:nvSpPr>
          <p:cNvPr id="5" name="Footer Placeholder 4">
            <a:extLst>
              <a:ext uri="{FF2B5EF4-FFF2-40B4-BE49-F238E27FC236}">
                <a16:creationId xmlns:a16="http://schemas.microsoft.com/office/drawing/2014/main" id="{15E91BD4-C561-3D67-256F-2BB53F2B38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21337-F70B-D26E-E885-272E5F3EA668}"/>
              </a:ext>
            </a:extLst>
          </p:cNvPr>
          <p:cNvSpPr>
            <a:spLocks noGrp="1"/>
          </p:cNvSpPr>
          <p:nvPr>
            <p:ph type="sldNum" sz="quarter" idx="12"/>
          </p:nvPr>
        </p:nvSpPr>
        <p:spPr/>
        <p:txBody>
          <a:bodyPr/>
          <a:lstStyle/>
          <a:p>
            <a:fld id="{FC47297C-BA23-E94B-928A-5A4D944D3E71}" type="slidenum">
              <a:rPr lang="en-US" smtClean="0"/>
              <a:t>‹#›</a:t>
            </a:fld>
            <a:endParaRPr lang="en-US"/>
          </a:p>
        </p:txBody>
      </p:sp>
    </p:spTree>
    <p:extLst>
      <p:ext uri="{BB962C8B-B14F-4D97-AF65-F5344CB8AC3E}">
        <p14:creationId xmlns:p14="http://schemas.microsoft.com/office/powerpoint/2010/main" val="349485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5C9878-613F-3BCF-D088-699E726DE8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BB01B5A-650F-69D3-28D7-089C395ED5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78145-80E3-A7D6-E20B-5C1DEFEF6FA0}"/>
              </a:ext>
            </a:extLst>
          </p:cNvPr>
          <p:cNvSpPr>
            <a:spLocks noGrp="1"/>
          </p:cNvSpPr>
          <p:nvPr>
            <p:ph type="dt" sz="half" idx="10"/>
          </p:nvPr>
        </p:nvSpPr>
        <p:spPr/>
        <p:txBody>
          <a:bodyPr/>
          <a:lstStyle/>
          <a:p>
            <a:fld id="{3A2961FE-0465-B744-BA93-7721C36DF5FB}" type="datetimeFigureOut">
              <a:rPr lang="en-US" smtClean="0"/>
              <a:t>4/27/25</a:t>
            </a:fld>
            <a:endParaRPr lang="en-US"/>
          </a:p>
        </p:txBody>
      </p:sp>
      <p:sp>
        <p:nvSpPr>
          <p:cNvPr id="5" name="Footer Placeholder 4">
            <a:extLst>
              <a:ext uri="{FF2B5EF4-FFF2-40B4-BE49-F238E27FC236}">
                <a16:creationId xmlns:a16="http://schemas.microsoft.com/office/drawing/2014/main" id="{2AA34BA6-1722-5184-9A37-BCEE3B08AA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D02F8F-324E-00E3-5E41-386A7E245B2B}"/>
              </a:ext>
            </a:extLst>
          </p:cNvPr>
          <p:cNvSpPr>
            <a:spLocks noGrp="1"/>
          </p:cNvSpPr>
          <p:nvPr>
            <p:ph type="sldNum" sz="quarter" idx="12"/>
          </p:nvPr>
        </p:nvSpPr>
        <p:spPr/>
        <p:txBody>
          <a:bodyPr/>
          <a:lstStyle/>
          <a:p>
            <a:fld id="{FC47297C-BA23-E94B-928A-5A4D944D3E71}" type="slidenum">
              <a:rPr lang="en-US" smtClean="0"/>
              <a:t>‹#›</a:t>
            </a:fld>
            <a:endParaRPr lang="en-US"/>
          </a:p>
        </p:txBody>
      </p:sp>
    </p:spTree>
    <p:extLst>
      <p:ext uri="{BB962C8B-B14F-4D97-AF65-F5344CB8AC3E}">
        <p14:creationId xmlns:p14="http://schemas.microsoft.com/office/powerpoint/2010/main" val="425010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F203E7-6DD3-430F-07E4-0FC14A9DA6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2BBB9A-DADB-36C5-EA8A-207042D80A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A8C664-B225-87A9-DF27-83787A636B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2961FE-0465-B744-BA93-7721C36DF5FB}" type="datetimeFigureOut">
              <a:rPr lang="en-US" smtClean="0"/>
              <a:t>4/27/25</a:t>
            </a:fld>
            <a:endParaRPr lang="en-US"/>
          </a:p>
        </p:txBody>
      </p:sp>
      <p:sp>
        <p:nvSpPr>
          <p:cNvPr id="5" name="Footer Placeholder 4">
            <a:extLst>
              <a:ext uri="{FF2B5EF4-FFF2-40B4-BE49-F238E27FC236}">
                <a16:creationId xmlns:a16="http://schemas.microsoft.com/office/drawing/2014/main" id="{7BA4C282-04CE-C8E6-EA17-97B6A521C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8274BB8-6A83-2E02-AC06-0A70FA733C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47297C-BA23-E94B-928A-5A4D944D3E71}" type="slidenum">
              <a:rPr lang="en-US" smtClean="0"/>
              <a:t>‹#›</a:t>
            </a:fld>
            <a:endParaRPr lang="en-US"/>
          </a:p>
        </p:txBody>
      </p:sp>
    </p:spTree>
    <p:extLst>
      <p:ext uri="{BB962C8B-B14F-4D97-AF65-F5344CB8AC3E}">
        <p14:creationId xmlns:p14="http://schemas.microsoft.com/office/powerpoint/2010/main" val="2873707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0FD9961-7E3B-174D-4812-FD976528DFB8}"/>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rcRect l="1" t="9570" r="4166" b="9570"/>
          <a:stretch/>
        </p:blipFill>
        <p:spPr>
          <a:xfrm>
            <a:off x="-1" y="1"/>
            <a:ext cx="12192001" cy="6858000"/>
          </a:xfrm>
          <a:prstGeom prst="rect">
            <a:avLst/>
          </a:prstGeom>
        </p:spPr>
      </p:pic>
      <p:sp>
        <p:nvSpPr>
          <p:cNvPr id="8" name="TextBox 7">
            <a:extLst>
              <a:ext uri="{FF2B5EF4-FFF2-40B4-BE49-F238E27FC236}">
                <a16:creationId xmlns:a16="http://schemas.microsoft.com/office/drawing/2014/main" id="{05DBC5C5-46FB-ECBE-C444-E00E0672AB78}"/>
              </a:ext>
            </a:extLst>
          </p:cNvPr>
          <p:cNvSpPr txBox="1"/>
          <p:nvPr/>
        </p:nvSpPr>
        <p:spPr>
          <a:xfrm>
            <a:off x="3024554" y="1547445"/>
            <a:ext cx="2067951" cy="646331"/>
          </a:xfrm>
          <a:prstGeom prst="rect">
            <a:avLst/>
          </a:prstGeom>
          <a:noFill/>
        </p:spPr>
        <p:txBody>
          <a:bodyPr wrap="square" rtlCol="0">
            <a:spAutoFit/>
          </a:bodyPr>
          <a:lstStyle/>
          <a:p>
            <a:endParaRPr lang="en-US" sz="3600" cap="small" dirty="0">
              <a:latin typeface="Chalkduster" panose="03050602040202020205" pitchFamily="66" charset="77"/>
            </a:endParaRPr>
          </a:p>
        </p:txBody>
      </p:sp>
      <p:sp>
        <p:nvSpPr>
          <p:cNvPr id="9" name="TextBox 8">
            <a:extLst>
              <a:ext uri="{FF2B5EF4-FFF2-40B4-BE49-F238E27FC236}">
                <a16:creationId xmlns:a16="http://schemas.microsoft.com/office/drawing/2014/main" id="{ADBDC22E-63C9-423C-839E-25A84C13117C}"/>
              </a:ext>
            </a:extLst>
          </p:cNvPr>
          <p:cNvSpPr txBox="1"/>
          <p:nvPr/>
        </p:nvSpPr>
        <p:spPr>
          <a:xfrm>
            <a:off x="194612" y="298993"/>
            <a:ext cx="11997388" cy="5262979"/>
          </a:xfrm>
          <a:prstGeom prst="rect">
            <a:avLst/>
          </a:prstGeom>
          <a:noFill/>
          <a:effectLst>
            <a:glow rad="228600">
              <a:schemeClr val="accent4">
                <a:satMod val="175000"/>
                <a:alpha val="40000"/>
              </a:schemeClr>
            </a:glow>
          </a:effectLst>
        </p:spPr>
        <p:txBody>
          <a:bodyPr wrap="square" rtlCol="0" anchor="ctr">
            <a:spAutoFit/>
          </a:bodyPr>
          <a:lstStyle/>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What if your judge could be the computer from Star Trek?</a:t>
            </a:r>
          </a:p>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Not cold. Not biased. Just logical, transparent, and incorruptible? Would you waive your right to court?</a:t>
            </a:r>
          </a:p>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I would.</a:t>
            </a:r>
          </a:p>
        </p:txBody>
      </p:sp>
      <p:grpSp>
        <p:nvGrpSpPr>
          <p:cNvPr id="14" name="Group 13">
            <a:extLst>
              <a:ext uri="{FF2B5EF4-FFF2-40B4-BE49-F238E27FC236}">
                <a16:creationId xmlns:a16="http://schemas.microsoft.com/office/drawing/2014/main" id="{C4536AB4-6FEA-CE30-908B-4AD2A4CA2DB2}"/>
              </a:ext>
            </a:extLst>
          </p:cNvPr>
          <p:cNvGrpSpPr/>
          <p:nvPr/>
        </p:nvGrpSpPr>
        <p:grpSpPr>
          <a:xfrm>
            <a:off x="3527474" y="5419281"/>
            <a:ext cx="5574324" cy="1217859"/>
            <a:chOff x="2697480" y="5358678"/>
            <a:chExt cx="5574324" cy="1217859"/>
          </a:xfrm>
        </p:grpSpPr>
        <p:sp>
          <p:nvSpPr>
            <p:cNvPr id="11" name="TextBox 10">
              <a:extLst>
                <a:ext uri="{FF2B5EF4-FFF2-40B4-BE49-F238E27FC236}">
                  <a16:creationId xmlns:a16="http://schemas.microsoft.com/office/drawing/2014/main" id="{A17E945D-CCDF-6C87-5890-05C7AE25AB4F}"/>
                </a:ext>
              </a:extLst>
            </p:cNvPr>
            <p:cNvSpPr txBox="1"/>
            <p:nvPr/>
          </p:nvSpPr>
          <p:spPr>
            <a:xfrm>
              <a:off x="2697480" y="5358678"/>
              <a:ext cx="5292970" cy="1200329"/>
            </a:xfrm>
            <a:prstGeom prst="rect">
              <a:avLst/>
            </a:prstGeom>
            <a:noFill/>
          </p:spPr>
          <p:txBody>
            <a:bodyPr wrap="square">
              <a:spAutoFit/>
            </a:bodyPr>
            <a:lstStyle/>
            <a:p>
              <a:pPr algn="ctr"/>
              <a:r>
                <a:rPr lang="en-US" sz="7200" b="1" i="0" dirty="0" err="1">
                  <a:solidFill>
                    <a:srgbClr val="FFFFFF"/>
                  </a:solidFill>
                  <a:effectLst/>
                  <a:latin typeface="Inter"/>
                </a:rPr>
                <a:t>Dialogica.io</a:t>
              </a:r>
              <a:endParaRPr lang="en-US" sz="7200" b="1" i="0" dirty="0">
                <a:solidFill>
                  <a:srgbClr val="FFFFFF"/>
                </a:solidFill>
                <a:effectLst/>
                <a:latin typeface="Inter"/>
              </a:endParaRPr>
            </a:p>
          </p:txBody>
        </p:sp>
        <p:sp>
          <p:nvSpPr>
            <p:cNvPr id="13" name="TextBox 12">
              <a:extLst>
                <a:ext uri="{FF2B5EF4-FFF2-40B4-BE49-F238E27FC236}">
                  <a16:creationId xmlns:a16="http://schemas.microsoft.com/office/drawing/2014/main" id="{C983E21C-5802-046D-75F6-358DEBD076F1}"/>
                </a:ext>
              </a:extLst>
            </p:cNvPr>
            <p:cNvSpPr txBox="1"/>
            <p:nvPr/>
          </p:nvSpPr>
          <p:spPr>
            <a:xfrm>
              <a:off x="5649351" y="6207205"/>
              <a:ext cx="2622453" cy="369332"/>
            </a:xfrm>
            <a:prstGeom prst="rect">
              <a:avLst/>
            </a:prstGeom>
            <a:noFill/>
          </p:spPr>
          <p:txBody>
            <a:bodyPr wrap="square">
              <a:spAutoFit/>
            </a:bodyPr>
            <a:lstStyle/>
            <a:p>
              <a:r>
                <a:rPr lang="en-US" sz="1800" b="1" i="0" dirty="0">
                  <a:solidFill>
                    <a:srgbClr val="FFFFFF"/>
                  </a:solidFill>
                  <a:effectLst/>
                  <a:latin typeface="Inter"/>
                </a:rPr>
                <a:t>By </a:t>
              </a:r>
              <a:r>
                <a:rPr lang="en-US" sz="1800" b="1" i="0" dirty="0" err="1">
                  <a:solidFill>
                    <a:srgbClr val="FFFFFF"/>
                  </a:solidFill>
                  <a:effectLst/>
                  <a:latin typeface="Inter"/>
                </a:rPr>
                <a:t>DeepTrust</a:t>
              </a:r>
              <a:r>
                <a:rPr lang="en-US" sz="1800" b="1" i="0" dirty="0">
                  <a:solidFill>
                    <a:srgbClr val="FFFFFF"/>
                  </a:solidFill>
                  <a:effectLst/>
                  <a:latin typeface="Inter"/>
                </a:rPr>
                <a:t> Labs</a:t>
              </a:r>
              <a:endParaRPr lang="en-US" dirty="0"/>
            </a:p>
          </p:txBody>
        </p:sp>
      </p:grpSp>
    </p:spTree>
    <p:extLst>
      <p:ext uri="{BB962C8B-B14F-4D97-AF65-F5344CB8AC3E}">
        <p14:creationId xmlns:p14="http://schemas.microsoft.com/office/powerpoint/2010/main" val="231821305"/>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0FD9961-7E3B-174D-4812-FD976528DFB8}"/>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rcRect l="1" t="9570" r="4166" b="9570"/>
          <a:stretch/>
        </p:blipFill>
        <p:spPr>
          <a:xfrm>
            <a:off x="-1" y="1"/>
            <a:ext cx="12192001" cy="6858000"/>
          </a:xfrm>
          <a:prstGeom prst="rect">
            <a:avLst/>
          </a:prstGeom>
        </p:spPr>
      </p:pic>
      <p:sp>
        <p:nvSpPr>
          <p:cNvPr id="8" name="TextBox 7">
            <a:extLst>
              <a:ext uri="{FF2B5EF4-FFF2-40B4-BE49-F238E27FC236}">
                <a16:creationId xmlns:a16="http://schemas.microsoft.com/office/drawing/2014/main" id="{05DBC5C5-46FB-ECBE-C444-E00E0672AB78}"/>
              </a:ext>
            </a:extLst>
          </p:cNvPr>
          <p:cNvSpPr txBox="1"/>
          <p:nvPr/>
        </p:nvSpPr>
        <p:spPr>
          <a:xfrm>
            <a:off x="3024554" y="1547445"/>
            <a:ext cx="2067951" cy="646331"/>
          </a:xfrm>
          <a:prstGeom prst="rect">
            <a:avLst/>
          </a:prstGeom>
          <a:noFill/>
        </p:spPr>
        <p:txBody>
          <a:bodyPr wrap="square" rtlCol="0">
            <a:spAutoFit/>
          </a:bodyPr>
          <a:lstStyle/>
          <a:p>
            <a:endParaRPr lang="en-US" sz="3600" cap="small" dirty="0">
              <a:latin typeface="Chalkduster" panose="03050602040202020205" pitchFamily="66" charset="77"/>
            </a:endParaRPr>
          </a:p>
        </p:txBody>
      </p:sp>
      <p:sp>
        <p:nvSpPr>
          <p:cNvPr id="9" name="TextBox 8">
            <a:extLst>
              <a:ext uri="{FF2B5EF4-FFF2-40B4-BE49-F238E27FC236}">
                <a16:creationId xmlns:a16="http://schemas.microsoft.com/office/drawing/2014/main" id="{ADBDC22E-63C9-423C-839E-25A84C13117C}"/>
              </a:ext>
            </a:extLst>
          </p:cNvPr>
          <p:cNvSpPr txBox="1"/>
          <p:nvPr/>
        </p:nvSpPr>
        <p:spPr>
          <a:xfrm>
            <a:off x="194612" y="298993"/>
            <a:ext cx="11997388" cy="5262979"/>
          </a:xfrm>
          <a:prstGeom prst="rect">
            <a:avLst/>
          </a:prstGeom>
          <a:noFill/>
          <a:effectLst>
            <a:glow rad="228600">
              <a:schemeClr val="accent4">
                <a:satMod val="175000"/>
                <a:alpha val="40000"/>
              </a:schemeClr>
            </a:glow>
          </a:effectLst>
        </p:spPr>
        <p:txBody>
          <a:bodyPr wrap="square" rtlCol="0" anchor="ctr">
            <a:spAutoFit/>
          </a:bodyPr>
          <a:lstStyle/>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What if your AI could talk to their AI—through a third-party AI that enforces the rules?</a:t>
            </a:r>
          </a:p>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A protocol, not a proceeding. Dialogue, not litigation.</a:t>
            </a:r>
          </a:p>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Would you waive your right to court? I would.</a:t>
            </a:r>
          </a:p>
        </p:txBody>
      </p:sp>
      <p:grpSp>
        <p:nvGrpSpPr>
          <p:cNvPr id="14" name="Group 13">
            <a:extLst>
              <a:ext uri="{FF2B5EF4-FFF2-40B4-BE49-F238E27FC236}">
                <a16:creationId xmlns:a16="http://schemas.microsoft.com/office/drawing/2014/main" id="{C4536AB4-6FEA-CE30-908B-4AD2A4CA2DB2}"/>
              </a:ext>
            </a:extLst>
          </p:cNvPr>
          <p:cNvGrpSpPr/>
          <p:nvPr/>
        </p:nvGrpSpPr>
        <p:grpSpPr>
          <a:xfrm>
            <a:off x="3527474" y="5419281"/>
            <a:ext cx="5574324" cy="1217859"/>
            <a:chOff x="2697480" y="5358678"/>
            <a:chExt cx="5574324" cy="1217859"/>
          </a:xfrm>
        </p:grpSpPr>
        <p:sp>
          <p:nvSpPr>
            <p:cNvPr id="11" name="TextBox 10">
              <a:extLst>
                <a:ext uri="{FF2B5EF4-FFF2-40B4-BE49-F238E27FC236}">
                  <a16:creationId xmlns:a16="http://schemas.microsoft.com/office/drawing/2014/main" id="{A17E945D-CCDF-6C87-5890-05C7AE25AB4F}"/>
                </a:ext>
              </a:extLst>
            </p:cNvPr>
            <p:cNvSpPr txBox="1"/>
            <p:nvPr/>
          </p:nvSpPr>
          <p:spPr>
            <a:xfrm>
              <a:off x="2697480" y="5358678"/>
              <a:ext cx="5292970" cy="1200329"/>
            </a:xfrm>
            <a:prstGeom prst="rect">
              <a:avLst/>
            </a:prstGeom>
            <a:noFill/>
          </p:spPr>
          <p:txBody>
            <a:bodyPr wrap="square">
              <a:spAutoFit/>
            </a:bodyPr>
            <a:lstStyle/>
            <a:p>
              <a:pPr algn="ctr"/>
              <a:r>
                <a:rPr lang="en-US" sz="7200" b="1" i="0" dirty="0" err="1">
                  <a:solidFill>
                    <a:srgbClr val="FFFFFF"/>
                  </a:solidFill>
                  <a:effectLst/>
                  <a:latin typeface="Inter"/>
                </a:rPr>
                <a:t>Dialogica.io</a:t>
              </a:r>
              <a:endParaRPr lang="en-US" sz="7200" b="1" i="0" dirty="0">
                <a:solidFill>
                  <a:srgbClr val="FFFFFF"/>
                </a:solidFill>
                <a:effectLst/>
                <a:latin typeface="Inter"/>
              </a:endParaRPr>
            </a:p>
          </p:txBody>
        </p:sp>
        <p:sp>
          <p:nvSpPr>
            <p:cNvPr id="13" name="TextBox 12">
              <a:extLst>
                <a:ext uri="{FF2B5EF4-FFF2-40B4-BE49-F238E27FC236}">
                  <a16:creationId xmlns:a16="http://schemas.microsoft.com/office/drawing/2014/main" id="{C983E21C-5802-046D-75F6-358DEBD076F1}"/>
                </a:ext>
              </a:extLst>
            </p:cNvPr>
            <p:cNvSpPr txBox="1"/>
            <p:nvPr/>
          </p:nvSpPr>
          <p:spPr>
            <a:xfrm>
              <a:off x="5649351" y="6207205"/>
              <a:ext cx="2622453" cy="369332"/>
            </a:xfrm>
            <a:prstGeom prst="rect">
              <a:avLst/>
            </a:prstGeom>
            <a:noFill/>
          </p:spPr>
          <p:txBody>
            <a:bodyPr wrap="square">
              <a:spAutoFit/>
            </a:bodyPr>
            <a:lstStyle/>
            <a:p>
              <a:r>
                <a:rPr lang="en-US" sz="1800" b="1" i="0" dirty="0">
                  <a:solidFill>
                    <a:srgbClr val="FFFFFF"/>
                  </a:solidFill>
                  <a:effectLst/>
                  <a:latin typeface="Inter"/>
                </a:rPr>
                <a:t>By </a:t>
              </a:r>
              <a:r>
                <a:rPr lang="en-US" sz="1800" b="1" i="0" dirty="0" err="1">
                  <a:solidFill>
                    <a:srgbClr val="FFFFFF"/>
                  </a:solidFill>
                  <a:effectLst/>
                  <a:latin typeface="Inter"/>
                </a:rPr>
                <a:t>DeepTrust</a:t>
              </a:r>
              <a:r>
                <a:rPr lang="en-US" sz="1800" b="1" i="0" dirty="0">
                  <a:solidFill>
                    <a:srgbClr val="FFFFFF"/>
                  </a:solidFill>
                  <a:effectLst/>
                  <a:latin typeface="Inter"/>
                </a:rPr>
                <a:t> Labs</a:t>
              </a:r>
              <a:endParaRPr lang="en-US" dirty="0"/>
            </a:p>
          </p:txBody>
        </p:sp>
      </p:grpSp>
    </p:spTree>
    <p:extLst>
      <p:ext uri="{BB962C8B-B14F-4D97-AF65-F5344CB8AC3E}">
        <p14:creationId xmlns:p14="http://schemas.microsoft.com/office/powerpoint/2010/main" val="474974556"/>
      </p:ext>
    </p:extLst>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D6A9-AC9F-1974-7D66-7BAF2436F0D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1AF18EA-4A63-92F8-F1F8-E4E3B0DE7226}"/>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rcRect l="1" t="9570" r="4166" b="9570"/>
          <a:stretch/>
        </p:blipFill>
        <p:spPr>
          <a:xfrm>
            <a:off x="-1" y="1"/>
            <a:ext cx="12192001" cy="6858000"/>
          </a:xfrm>
          <a:prstGeom prst="rect">
            <a:avLst/>
          </a:prstGeom>
        </p:spPr>
      </p:pic>
      <p:sp>
        <p:nvSpPr>
          <p:cNvPr id="8" name="TextBox 7">
            <a:extLst>
              <a:ext uri="{FF2B5EF4-FFF2-40B4-BE49-F238E27FC236}">
                <a16:creationId xmlns:a16="http://schemas.microsoft.com/office/drawing/2014/main" id="{C8DEA0E1-8B80-6C5E-C835-2C7B13F8C444}"/>
              </a:ext>
            </a:extLst>
          </p:cNvPr>
          <p:cNvSpPr txBox="1"/>
          <p:nvPr/>
        </p:nvSpPr>
        <p:spPr>
          <a:xfrm>
            <a:off x="3024554" y="1547445"/>
            <a:ext cx="2067951" cy="646331"/>
          </a:xfrm>
          <a:prstGeom prst="rect">
            <a:avLst/>
          </a:prstGeom>
          <a:noFill/>
        </p:spPr>
        <p:txBody>
          <a:bodyPr wrap="square" rtlCol="0">
            <a:spAutoFit/>
          </a:bodyPr>
          <a:lstStyle/>
          <a:p>
            <a:endParaRPr lang="en-US" sz="3600" cap="small" dirty="0">
              <a:latin typeface="Chalkduster" panose="03050602040202020205" pitchFamily="66" charset="77"/>
            </a:endParaRPr>
          </a:p>
        </p:txBody>
      </p:sp>
      <p:sp>
        <p:nvSpPr>
          <p:cNvPr id="9" name="TextBox 8">
            <a:extLst>
              <a:ext uri="{FF2B5EF4-FFF2-40B4-BE49-F238E27FC236}">
                <a16:creationId xmlns:a16="http://schemas.microsoft.com/office/drawing/2014/main" id="{C96D9301-58C6-7682-6118-963B03EED1DF}"/>
              </a:ext>
            </a:extLst>
          </p:cNvPr>
          <p:cNvSpPr txBox="1"/>
          <p:nvPr/>
        </p:nvSpPr>
        <p:spPr>
          <a:xfrm>
            <a:off x="194612" y="298993"/>
            <a:ext cx="11997388" cy="5262979"/>
          </a:xfrm>
          <a:prstGeom prst="rect">
            <a:avLst/>
          </a:prstGeom>
          <a:noFill/>
          <a:effectLst>
            <a:glow rad="228600">
              <a:schemeClr val="accent4">
                <a:satMod val="175000"/>
                <a:alpha val="40000"/>
              </a:schemeClr>
            </a:glow>
          </a:effectLst>
        </p:spPr>
        <p:txBody>
          <a:bodyPr wrap="square" rtlCol="0" anchor="ctr">
            <a:spAutoFit/>
          </a:bodyPr>
          <a:lstStyle/>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What if your dispute was handled by an AI trained not to win—but to be fair? One that balances power, checks bias, and never forgets the rules. Would you waive your right to court?</a:t>
            </a:r>
          </a:p>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I would.</a:t>
            </a:r>
          </a:p>
        </p:txBody>
      </p:sp>
      <p:grpSp>
        <p:nvGrpSpPr>
          <p:cNvPr id="14" name="Group 13">
            <a:extLst>
              <a:ext uri="{FF2B5EF4-FFF2-40B4-BE49-F238E27FC236}">
                <a16:creationId xmlns:a16="http://schemas.microsoft.com/office/drawing/2014/main" id="{0E5E4D6F-FEDB-B70B-8A91-FF4721AA90ED}"/>
              </a:ext>
            </a:extLst>
          </p:cNvPr>
          <p:cNvGrpSpPr/>
          <p:nvPr/>
        </p:nvGrpSpPr>
        <p:grpSpPr>
          <a:xfrm>
            <a:off x="3527474" y="5419281"/>
            <a:ext cx="5574324" cy="1217859"/>
            <a:chOff x="2697480" y="5358678"/>
            <a:chExt cx="5574324" cy="1217859"/>
          </a:xfrm>
        </p:grpSpPr>
        <p:sp>
          <p:nvSpPr>
            <p:cNvPr id="11" name="TextBox 10">
              <a:extLst>
                <a:ext uri="{FF2B5EF4-FFF2-40B4-BE49-F238E27FC236}">
                  <a16:creationId xmlns:a16="http://schemas.microsoft.com/office/drawing/2014/main" id="{B90A3567-C551-3E94-601F-F659AAAF9EA6}"/>
                </a:ext>
              </a:extLst>
            </p:cNvPr>
            <p:cNvSpPr txBox="1"/>
            <p:nvPr/>
          </p:nvSpPr>
          <p:spPr>
            <a:xfrm>
              <a:off x="2697480" y="5358678"/>
              <a:ext cx="5292970" cy="1200329"/>
            </a:xfrm>
            <a:prstGeom prst="rect">
              <a:avLst/>
            </a:prstGeom>
            <a:noFill/>
          </p:spPr>
          <p:txBody>
            <a:bodyPr wrap="square">
              <a:spAutoFit/>
            </a:bodyPr>
            <a:lstStyle/>
            <a:p>
              <a:pPr algn="ctr"/>
              <a:r>
                <a:rPr lang="en-US" sz="7200" b="1" i="0" dirty="0" err="1">
                  <a:solidFill>
                    <a:srgbClr val="FFFFFF"/>
                  </a:solidFill>
                  <a:effectLst/>
                  <a:latin typeface="Inter"/>
                </a:rPr>
                <a:t>Dialogica.io</a:t>
              </a:r>
              <a:endParaRPr lang="en-US" sz="7200" b="1" i="0" dirty="0">
                <a:solidFill>
                  <a:srgbClr val="FFFFFF"/>
                </a:solidFill>
                <a:effectLst/>
                <a:latin typeface="Inter"/>
              </a:endParaRPr>
            </a:p>
          </p:txBody>
        </p:sp>
        <p:sp>
          <p:nvSpPr>
            <p:cNvPr id="13" name="TextBox 12">
              <a:extLst>
                <a:ext uri="{FF2B5EF4-FFF2-40B4-BE49-F238E27FC236}">
                  <a16:creationId xmlns:a16="http://schemas.microsoft.com/office/drawing/2014/main" id="{8B1AD444-01EE-B7D7-2F53-9579520FCD61}"/>
                </a:ext>
              </a:extLst>
            </p:cNvPr>
            <p:cNvSpPr txBox="1"/>
            <p:nvPr/>
          </p:nvSpPr>
          <p:spPr>
            <a:xfrm>
              <a:off x="5649351" y="6207205"/>
              <a:ext cx="2622453" cy="369332"/>
            </a:xfrm>
            <a:prstGeom prst="rect">
              <a:avLst/>
            </a:prstGeom>
            <a:noFill/>
          </p:spPr>
          <p:txBody>
            <a:bodyPr wrap="square">
              <a:spAutoFit/>
            </a:bodyPr>
            <a:lstStyle/>
            <a:p>
              <a:r>
                <a:rPr lang="en-US" sz="1800" b="1" i="0" dirty="0">
                  <a:solidFill>
                    <a:srgbClr val="FFFFFF"/>
                  </a:solidFill>
                  <a:effectLst/>
                  <a:latin typeface="Inter"/>
                </a:rPr>
                <a:t>By </a:t>
              </a:r>
              <a:r>
                <a:rPr lang="en-US" sz="1800" b="1" i="0" dirty="0" err="1">
                  <a:solidFill>
                    <a:srgbClr val="FFFFFF"/>
                  </a:solidFill>
                  <a:effectLst/>
                  <a:latin typeface="Inter"/>
                </a:rPr>
                <a:t>DeepTrust</a:t>
              </a:r>
              <a:r>
                <a:rPr lang="en-US" sz="1800" b="1" i="0" dirty="0">
                  <a:solidFill>
                    <a:srgbClr val="FFFFFF"/>
                  </a:solidFill>
                  <a:effectLst/>
                  <a:latin typeface="Inter"/>
                </a:rPr>
                <a:t> Labs</a:t>
              </a:r>
              <a:endParaRPr lang="en-US" dirty="0"/>
            </a:p>
          </p:txBody>
        </p:sp>
      </p:grpSp>
    </p:spTree>
    <p:extLst>
      <p:ext uri="{BB962C8B-B14F-4D97-AF65-F5344CB8AC3E}">
        <p14:creationId xmlns:p14="http://schemas.microsoft.com/office/powerpoint/2010/main" val="1360980703"/>
      </p:ext>
    </p:extLst>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FFCBA-DA1F-CBC1-33BD-7F5B2042057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AA20159-1C2D-2342-8508-9FF84606E0C4}"/>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rcRect l="1" t="9570" r="4166" b="9570"/>
          <a:stretch/>
        </p:blipFill>
        <p:spPr>
          <a:xfrm>
            <a:off x="-1" y="1"/>
            <a:ext cx="12192001" cy="6858000"/>
          </a:xfrm>
          <a:prstGeom prst="rect">
            <a:avLst/>
          </a:prstGeom>
        </p:spPr>
      </p:pic>
      <p:sp>
        <p:nvSpPr>
          <p:cNvPr id="8" name="TextBox 7">
            <a:extLst>
              <a:ext uri="{FF2B5EF4-FFF2-40B4-BE49-F238E27FC236}">
                <a16:creationId xmlns:a16="http://schemas.microsoft.com/office/drawing/2014/main" id="{44FF2F75-9CF2-461E-9BF8-17AD8E18BE48}"/>
              </a:ext>
            </a:extLst>
          </p:cNvPr>
          <p:cNvSpPr txBox="1"/>
          <p:nvPr/>
        </p:nvSpPr>
        <p:spPr>
          <a:xfrm>
            <a:off x="3024554" y="1547445"/>
            <a:ext cx="2067951" cy="646331"/>
          </a:xfrm>
          <a:prstGeom prst="rect">
            <a:avLst/>
          </a:prstGeom>
          <a:noFill/>
        </p:spPr>
        <p:txBody>
          <a:bodyPr wrap="square" rtlCol="0">
            <a:spAutoFit/>
          </a:bodyPr>
          <a:lstStyle/>
          <a:p>
            <a:endParaRPr lang="en-US" sz="3600" cap="small" dirty="0">
              <a:latin typeface="Chalkduster" panose="03050602040202020205" pitchFamily="66" charset="77"/>
            </a:endParaRPr>
          </a:p>
        </p:txBody>
      </p:sp>
      <p:sp>
        <p:nvSpPr>
          <p:cNvPr id="9" name="TextBox 8">
            <a:extLst>
              <a:ext uri="{FF2B5EF4-FFF2-40B4-BE49-F238E27FC236}">
                <a16:creationId xmlns:a16="http://schemas.microsoft.com/office/drawing/2014/main" id="{AF1E7787-987B-FF2B-2FFD-A0155E3D3ACC}"/>
              </a:ext>
            </a:extLst>
          </p:cNvPr>
          <p:cNvSpPr txBox="1"/>
          <p:nvPr/>
        </p:nvSpPr>
        <p:spPr>
          <a:xfrm>
            <a:off x="194612" y="298993"/>
            <a:ext cx="11997388" cy="5262979"/>
          </a:xfrm>
          <a:prstGeom prst="rect">
            <a:avLst/>
          </a:prstGeom>
          <a:noFill/>
          <a:effectLst>
            <a:glow rad="228600">
              <a:schemeClr val="accent4">
                <a:satMod val="175000"/>
                <a:alpha val="40000"/>
              </a:schemeClr>
            </a:glow>
          </a:effectLst>
        </p:spPr>
        <p:txBody>
          <a:bodyPr wrap="square" rtlCol="0" anchor="ctr">
            <a:spAutoFit/>
          </a:bodyPr>
          <a:lstStyle/>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What if your contract could argue its own terms? Not just a document—but a participant, ready to negotiate on your behalf. Would you waive your right to court?</a:t>
            </a:r>
          </a:p>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I would.</a:t>
            </a:r>
          </a:p>
        </p:txBody>
      </p:sp>
      <p:grpSp>
        <p:nvGrpSpPr>
          <p:cNvPr id="14" name="Group 13">
            <a:extLst>
              <a:ext uri="{FF2B5EF4-FFF2-40B4-BE49-F238E27FC236}">
                <a16:creationId xmlns:a16="http://schemas.microsoft.com/office/drawing/2014/main" id="{C681B0EB-1DDF-BFB9-4E62-4BC899AFBBB0}"/>
              </a:ext>
            </a:extLst>
          </p:cNvPr>
          <p:cNvGrpSpPr/>
          <p:nvPr/>
        </p:nvGrpSpPr>
        <p:grpSpPr>
          <a:xfrm>
            <a:off x="3527474" y="5419281"/>
            <a:ext cx="5574324" cy="1217859"/>
            <a:chOff x="2697480" y="5358678"/>
            <a:chExt cx="5574324" cy="1217859"/>
          </a:xfrm>
        </p:grpSpPr>
        <p:sp>
          <p:nvSpPr>
            <p:cNvPr id="11" name="TextBox 10">
              <a:extLst>
                <a:ext uri="{FF2B5EF4-FFF2-40B4-BE49-F238E27FC236}">
                  <a16:creationId xmlns:a16="http://schemas.microsoft.com/office/drawing/2014/main" id="{4EFE43C2-F2B2-470B-3504-9665012BA942}"/>
                </a:ext>
              </a:extLst>
            </p:cNvPr>
            <p:cNvSpPr txBox="1"/>
            <p:nvPr/>
          </p:nvSpPr>
          <p:spPr>
            <a:xfrm>
              <a:off x="2697480" y="5358678"/>
              <a:ext cx="5292970" cy="1200329"/>
            </a:xfrm>
            <a:prstGeom prst="rect">
              <a:avLst/>
            </a:prstGeom>
            <a:noFill/>
          </p:spPr>
          <p:txBody>
            <a:bodyPr wrap="square">
              <a:spAutoFit/>
            </a:bodyPr>
            <a:lstStyle/>
            <a:p>
              <a:pPr algn="ctr"/>
              <a:r>
                <a:rPr lang="en-US" sz="7200" b="1" i="0" dirty="0" err="1">
                  <a:solidFill>
                    <a:srgbClr val="FFFFFF"/>
                  </a:solidFill>
                  <a:effectLst/>
                  <a:latin typeface="Inter"/>
                </a:rPr>
                <a:t>Dialogica.io</a:t>
              </a:r>
              <a:endParaRPr lang="en-US" sz="7200" b="1" i="0" dirty="0">
                <a:solidFill>
                  <a:srgbClr val="FFFFFF"/>
                </a:solidFill>
                <a:effectLst/>
                <a:latin typeface="Inter"/>
              </a:endParaRPr>
            </a:p>
          </p:txBody>
        </p:sp>
        <p:sp>
          <p:nvSpPr>
            <p:cNvPr id="13" name="TextBox 12">
              <a:extLst>
                <a:ext uri="{FF2B5EF4-FFF2-40B4-BE49-F238E27FC236}">
                  <a16:creationId xmlns:a16="http://schemas.microsoft.com/office/drawing/2014/main" id="{9BE4D98E-519D-5EDA-A07B-55D2B48FD407}"/>
                </a:ext>
              </a:extLst>
            </p:cNvPr>
            <p:cNvSpPr txBox="1"/>
            <p:nvPr/>
          </p:nvSpPr>
          <p:spPr>
            <a:xfrm>
              <a:off x="5649351" y="6207205"/>
              <a:ext cx="2622453" cy="369332"/>
            </a:xfrm>
            <a:prstGeom prst="rect">
              <a:avLst/>
            </a:prstGeom>
            <a:noFill/>
          </p:spPr>
          <p:txBody>
            <a:bodyPr wrap="square">
              <a:spAutoFit/>
            </a:bodyPr>
            <a:lstStyle/>
            <a:p>
              <a:r>
                <a:rPr lang="en-US" sz="1800" b="1" i="0" dirty="0">
                  <a:solidFill>
                    <a:srgbClr val="FFFFFF"/>
                  </a:solidFill>
                  <a:effectLst/>
                  <a:latin typeface="Inter"/>
                </a:rPr>
                <a:t>By </a:t>
              </a:r>
              <a:r>
                <a:rPr lang="en-US" sz="1800" b="1" i="0" dirty="0" err="1">
                  <a:solidFill>
                    <a:srgbClr val="FFFFFF"/>
                  </a:solidFill>
                  <a:effectLst/>
                  <a:latin typeface="Inter"/>
                </a:rPr>
                <a:t>DeepTrust</a:t>
              </a:r>
              <a:r>
                <a:rPr lang="en-US" sz="1800" b="1" i="0" dirty="0">
                  <a:solidFill>
                    <a:srgbClr val="FFFFFF"/>
                  </a:solidFill>
                  <a:effectLst/>
                  <a:latin typeface="Inter"/>
                </a:rPr>
                <a:t> Labs</a:t>
              </a:r>
              <a:endParaRPr lang="en-US" dirty="0"/>
            </a:p>
          </p:txBody>
        </p:sp>
      </p:grpSp>
    </p:spTree>
    <p:extLst>
      <p:ext uri="{BB962C8B-B14F-4D97-AF65-F5344CB8AC3E}">
        <p14:creationId xmlns:p14="http://schemas.microsoft.com/office/powerpoint/2010/main" val="3869710593"/>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8EFA1-62AA-8D00-D9F0-F9ED40DF187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BEBECB6-204D-4C9F-DF95-A8FE66E14CE3}"/>
              </a:ext>
            </a:extLst>
          </p:cNvPr>
          <p:cNvPicPr>
            <a:picLocks noGrp="1" noRot="1" noChangeAspect="1" noMove="1" noResize="1" noEditPoints="1" noAdjustHandles="1" noChangeArrowheads="1" noChangeShapeType="1" noCrop="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rcRect l="1" t="9570" r="4166" b="9570"/>
          <a:stretch/>
        </p:blipFill>
        <p:spPr>
          <a:xfrm>
            <a:off x="-1" y="1"/>
            <a:ext cx="12192001" cy="6858000"/>
          </a:xfrm>
          <a:prstGeom prst="rect">
            <a:avLst/>
          </a:prstGeom>
        </p:spPr>
      </p:pic>
      <p:sp>
        <p:nvSpPr>
          <p:cNvPr id="8" name="TextBox 7">
            <a:extLst>
              <a:ext uri="{FF2B5EF4-FFF2-40B4-BE49-F238E27FC236}">
                <a16:creationId xmlns:a16="http://schemas.microsoft.com/office/drawing/2014/main" id="{AAC83DCB-D999-BE40-97CD-490A4B134260}"/>
              </a:ext>
            </a:extLst>
          </p:cNvPr>
          <p:cNvSpPr txBox="1"/>
          <p:nvPr/>
        </p:nvSpPr>
        <p:spPr>
          <a:xfrm>
            <a:off x="3024554" y="1547445"/>
            <a:ext cx="2067951" cy="646331"/>
          </a:xfrm>
          <a:prstGeom prst="rect">
            <a:avLst/>
          </a:prstGeom>
          <a:noFill/>
        </p:spPr>
        <p:txBody>
          <a:bodyPr wrap="square" rtlCol="0">
            <a:spAutoFit/>
          </a:bodyPr>
          <a:lstStyle/>
          <a:p>
            <a:endParaRPr lang="en-US" sz="3600" cap="small" dirty="0">
              <a:latin typeface="Chalkduster" panose="03050602040202020205" pitchFamily="66" charset="77"/>
            </a:endParaRPr>
          </a:p>
        </p:txBody>
      </p:sp>
      <p:sp>
        <p:nvSpPr>
          <p:cNvPr id="9" name="TextBox 8">
            <a:extLst>
              <a:ext uri="{FF2B5EF4-FFF2-40B4-BE49-F238E27FC236}">
                <a16:creationId xmlns:a16="http://schemas.microsoft.com/office/drawing/2014/main" id="{5A757AFA-04B7-5E33-ADB7-F07A9DBEF74F}"/>
              </a:ext>
            </a:extLst>
          </p:cNvPr>
          <p:cNvSpPr txBox="1"/>
          <p:nvPr/>
        </p:nvSpPr>
        <p:spPr>
          <a:xfrm>
            <a:off x="194612" y="298993"/>
            <a:ext cx="11997388" cy="5262979"/>
          </a:xfrm>
          <a:prstGeom prst="rect">
            <a:avLst/>
          </a:prstGeom>
          <a:noFill/>
          <a:effectLst>
            <a:glow rad="228600">
              <a:schemeClr val="accent4">
                <a:satMod val="175000"/>
                <a:alpha val="40000"/>
              </a:schemeClr>
            </a:glow>
          </a:effectLst>
        </p:spPr>
        <p:txBody>
          <a:bodyPr wrap="square" rtlCol="0" anchor="ctr">
            <a:spAutoFit/>
          </a:bodyPr>
          <a:lstStyle/>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What if every step of the negotiation was recorded, signed, and traceable? No secret deals. No vanished emails. Just pure procedural clarity. Would you waive your right to court?</a:t>
            </a:r>
          </a:p>
          <a:p>
            <a:pPr algn="ctr"/>
            <a:r>
              <a:rPr lang="en-US" sz="4800" dirty="0">
                <a:effectLst>
                  <a:outerShdw blurRad="190892" dist="411071" dir="4529031" sx="111000" sy="111000" algn="ctr" rotWithShape="0">
                    <a:srgbClr val="000000">
                      <a:alpha val="35008"/>
                    </a:srgbClr>
                  </a:outerShdw>
                  <a:reflection endPos="0" dir="5400000" sy="-100000" algn="bl" rotWithShape="0"/>
                </a:effectLst>
                <a:latin typeface="Courier New" panose="02070309020205020404" pitchFamily="49" charset="0"/>
                <a:cs typeface="Courier New" panose="02070309020205020404" pitchFamily="49" charset="0"/>
              </a:rPr>
              <a:t>I would.</a:t>
            </a:r>
          </a:p>
        </p:txBody>
      </p:sp>
      <p:grpSp>
        <p:nvGrpSpPr>
          <p:cNvPr id="14" name="Group 13">
            <a:extLst>
              <a:ext uri="{FF2B5EF4-FFF2-40B4-BE49-F238E27FC236}">
                <a16:creationId xmlns:a16="http://schemas.microsoft.com/office/drawing/2014/main" id="{1C541D6E-32CF-59F0-5990-5663CAB7B8D7}"/>
              </a:ext>
            </a:extLst>
          </p:cNvPr>
          <p:cNvGrpSpPr/>
          <p:nvPr/>
        </p:nvGrpSpPr>
        <p:grpSpPr>
          <a:xfrm>
            <a:off x="3527474" y="5419281"/>
            <a:ext cx="5574324" cy="1217859"/>
            <a:chOff x="2697480" y="5358678"/>
            <a:chExt cx="5574324" cy="1217859"/>
          </a:xfrm>
        </p:grpSpPr>
        <p:sp>
          <p:nvSpPr>
            <p:cNvPr id="11" name="TextBox 10">
              <a:extLst>
                <a:ext uri="{FF2B5EF4-FFF2-40B4-BE49-F238E27FC236}">
                  <a16:creationId xmlns:a16="http://schemas.microsoft.com/office/drawing/2014/main" id="{76BB63F3-85F8-8F6A-2C8F-E7002D9BCFD3}"/>
                </a:ext>
              </a:extLst>
            </p:cNvPr>
            <p:cNvSpPr txBox="1"/>
            <p:nvPr/>
          </p:nvSpPr>
          <p:spPr>
            <a:xfrm>
              <a:off x="2697480" y="5358678"/>
              <a:ext cx="5292970" cy="1200329"/>
            </a:xfrm>
            <a:prstGeom prst="rect">
              <a:avLst/>
            </a:prstGeom>
            <a:noFill/>
          </p:spPr>
          <p:txBody>
            <a:bodyPr wrap="square">
              <a:spAutoFit/>
            </a:bodyPr>
            <a:lstStyle/>
            <a:p>
              <a:pPr algn="ctr"/>
              <a:r>
                <a:rPr lang="en-US" sz="7200" b="1" i="0" dirty="0" err="1">
                  <a:solidFill>
                    <a:srgbClr val="FFFFFF"/>
                  </a:solidFill>
                  <a:effectLst/>
                  <a:latin typeface="Inter"/>
                </a:rPr>
                <a:t>Dialogica.io</a:t>
              </a:r>
              <a:endParaRPr lang="en-US" sz="7200" b="1" i="0" dirty="0">
                <a:solidFill>
                  <a:srgbClr val="FFFFFF"/>
                </a:solidFill>
                <a:effectLst/>
                <a:latin typeface="Inter"/>
              </a:endParaRPr>
            </a:p>
          </p:txBody>
        </p:sp>
        <p:sp>
          <p:nvSpPr>
            <p:cNvPr id="13" name="TextBox 12">
              <a:extLst>
                <a:ext uri="{FF2B5EF4-FFF2-40B4-BE49-F238E27FC236}">
                  <a16:creationId xmlns:a16="http://schemas.microsoft.com/office/drawing/2014/main" id="{FA11F067-28C5-7781-59E0-F95C05274C09}"/>
                </a:ext>
              </a:extLst>
            </p:cNvPr>
            <p:cNvSpPr txBox="1"/>
            <p:nvPr/>
          </p:nvSpPr>
          <p:spPr>
            <a:xfrm>
              <a:off x="5649351" y="6207205"/>
              <a:ext cx="2622453" cy="369332"/>
            </a:xfrm>
            <a:prstGeom prst="rect">
              <a:avLst/>
            </a:prstGeom>
            <a:noFill/>
          </p:spPr>
          <p:txBody>
            <a:bodyPr wrap="square">
              <a:spAutoFit/>
            </a:bodyPr>
            <a:lstStyle/>
            <a:p>
              <a:r>
                <a:rPr lang="en-US" sz="1800" b="1" i="0" dirty="0">
                  <a:solidFill>
                    <a:srgbClr val="FFFFFF"/>
                  </a:solidFill>
                  <a:effectLst/>
                  <a:latin typeface="Inter"/>
                </a:rPr>
                <a:t>By </a:t>
              </a:r>
              <a:r>
                <a:rPr lang="en-US" sz="1800" b="1" i="0" dirty="0" err="1">
                  <a:solidFill>
                    <a:srgbClr val="FFFFFF"/>
                  </a:solidFill>
                  <a:effectLst/>
                  <a:latin typeface="Inter"/>
                </a:rPr>
                <a:t>DeepTrust</a:t>
              </a:r>
              <a:r>
                <a:rPr lang="en-US" sz="1800" b="1" i="0" dirty="0">
                  <a:solidFill>
                    <a:srgbClr val="FFFFFF"/>
                  </a:solidFill>
                  <a:effectLst/>
                  <a:latin typeface="Inter"/>
                </a:rPr>
                <a:t> Labs</a:t>
              </a:r>
              <a:endParaRPr lang="en-US" dirty="0"/>
            </a:p>
          </p:txBody>
        </p:sp>
      </p:grpSp>
    </p:spTree>
    <p:extLst>
      <p:ext uri="{BB962C8B-B14F-4D97-AF65-F5344CB8AC3E}">
        <p14:creationId xmlns:p14="http://schemas.microsoft.com/office/powerpoint/2010/main" val="2488896618"/>
      </p:ext>
    </p:extLst>
  </p:cSld>
  <p:clrMapOvr>
    <a:masterClrMapping/>
  </p:clrMapOvr>
  <p:transition spd="slow">
    <p:randomBar dir="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229</Words>
  <Application>Microsoft Macintosh PowerPoint</Application>
  <PresentationFormat>Widescreen</PresentationFormat>
  <Paragraphs>22</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vt:lpstr>
      <vt:lpstr>Aptos Display</vt:lpstr>
      <vt:lpstr>Arial</vt:lpstr>
      <vt:lpstr>Chalkduster</vt:lpstr>
      <vt:lpstr>Courier New</vt:lpstr>
      <vt:lpstr>Inter</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Bob Simpson</dc:creator>
  <cp:lastModifiedBy>Bob Simpson</cp:lastModifiedBy>
  <cp:revision>5</cp:revision>
  <dcterms:created xsi:type="dcterms:W3CDTF">2025-04-25T05:57:46Z</dcterms:created>
  <dcterms:modified xsi:type="dcterms:W3CDTF">2025-04-28T00:42:13Z</dcterms:modified>
</cp:coreProperties>
</file>